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77" r:id="rId27"/>
    <p:sldId id="276" r:id="rId26"/>
    <p:sldId id="275" r:id="rId25"/>
    <p:sldId id="274" r:id="rId24"/>
    <p:sldId id="273" r:id="rId23"/>
    <p:sldId id="272" r:id="rId22"/>
    <p:sldId id="271" r:id="rId21"/>
    <p:sldId id="270" r:id="rId20"/>
    <p:sldId id="269" r:id="rId19"/>
    <p:sldId id="268" r:id="rId18"/>
    <p:sldId id="267" r:id="rId17"/>
    <p:sldId id="266" r:id="rId16"/>
    <p:sldId id="265" r:id="rId15"/>
    <p:sldId id="264" r:id="rId14"/>
    <p:sldId id="263" r:id="rId13"/>
    <p:sldId id="262" r:id="rId12"/>
    <p:sldId id="261" r:id="rId11"/>
    <p:sldId id="260" r:id="rId10"/>
    <p:sldId id="259" r:id="rId9"/>
    <p:sldId id="258" r:id="rId8"/>
  </p:sldIdLst>
  <p:sldSz cy="7562850" cx="13444525"/>
  <p:notesSz cx="10693400" cy="75628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7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716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  <Relationship Id="rId8" Type="http://schemas.openxmlformats.org/officeDocument/2006/relationships/slide" Target="slides/slide3.xml"/>
  <Relationship Id="rId9" Type="http://schemas.openxmlformats.org/officeDocument/2006/relationships/slide" Target="slides/slide4.xml"/>
  <Relationship Id="rId10" Type="http://schemas.openxmlformats.org/officeDocument/2006/relationships/slide" Target="slides/slide5.xml"/>
  <Relationship Id="rId11" Type="http://schemas.openxmlformats.org/officeDocument/2006/relationships/slide" Target="slides/slide6.xml"/>
  <Relationship Id="rId12" Type="http://schemas.openxmlformats.org/officeDocument/2006/relationships/slide" Target="slides/slide7.xml"/>
  <Relationship Id="rId13" Type="http://schemas.openxmlformats.org/officeDocument/2006/relationships/slide" Target="slides/slide8.xml"/>
  <Relationship Id="rId14" Type="http://schemas.openxmlformats.org/officeDocument/2006/relationships/slide" Target="slides/slide9.xml"/>
  <Relationship Id="rId15" Type="http://schemas.openxmlformats.org/officeDocument/2006/relationships/slide" Target="slides/slide10.xml"/>
  <Relationship Id="rId16" Type="http://schemas.openxmlformats.org/officeDocument/2006/relationships/slide" Target="slides/slide11.xml"/>
  <Relationship Id="rId17" Type="http://schemas.openxmlformats.org/officeDocument/2006/relationships/slide" Target="slides/slide12.xml"/>
  <Relationship Id="rId18" Type="http://schemas.openxmlformats.org/officeDocument/2006/relationships/slide" Target="slides/slide13.xml"/>
  <Relationship Id="rId19" Type="http://schemas.openxmlformats.org/officeDocument/2006/relationships/slide" Target="slides/slide14.xml"/>
  <Relationship Id="rId20" Type="http://schemas.openxmlformats.org/officeDocument/2006/relationships/slide" Target="slides/slide15.xml"/>
  <Relationship Id="rId21" Type="http://schemas.openxmlformats.org/officeDocument/2006/relationships/slide" Target="slides/slide16.xml"/>
  <Relationship Id="rId22" Type="http://schemas.openxmlformats.org/officeDocument/2006/relationships/slide" Target="slides/slide17.xml"/>
  <Relationship Id="rId23" Type="http://schemas.openxmlformats.org/officeDocument/2006/relationships/slide" Target="slides/slide18.xml"/>
  <Relationship Id="rId24" Type="http://schemas.openxmlformats.org/officeDocument/2006/relationships/slide" Target="slides/slide19.xml"/>
  <Relationship Id="rId25" Type="http://schemas.openxmlformats.org/officeDocument/2006/relationships/slide" Target="slides/slide20.xml"/>
  <Relationship Id="rId26" Type="http://schemas.openxmlformats.org/officeDocument/2006/relationships/slide" Target="slides/slide21.xml"/>
  <Relationship Id="rId27" Type="http://schemas.openxmlformats.org/officeDocument/2006/relationships/slide" Target="slides/slide22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633913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057900" y="0"/>
            <a:ext cx="4632325" cy="379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7183438"/>
            <a:ext cx="4633913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/>
          <p:nvPr>
            <p:ph idx="2" type="sldImg"/>
          </p:nvPr>
        </p:nvSpPr>
        <p:spPr>
          <a:xfrm>
            <a:off x="3079750" y="946150"/>
            <a:ext cx="4533900" cy="25511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ctrTitle"/>
          </p:nvPr>
        </p:nvSpPr>
        <p:spPr>
          <a:xfrm>
            <a:off x="1008342" y="2344485"/>
            <a:ext cx="1142785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" type="subTitle"/>
          </p:nvPr>
        </p:nvSpPr>
        <p:spPr>
          <a:xfrm>
            <a:off x="2016682" y="4235198"/>
            <a:ext cx="941117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878206" y="197151"/>
            <a:ext cx="10538474" cy="841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72227" y="1739457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-68562" y="-10220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672229" y="1739458"/>
            <a:ext cx="5848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923939" y="1739458"/>
            <a:ext cx="584837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-68562" y="-10220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4571143" y="7033452"/>
            <a:ext cx="430225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72227" y="7033452"/>
            <a:ext cx="309224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12757940" y="7272945"/>
            <a:ext cx="6013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858550" y="1095514"/>
            <a:ext cx="5863224" cy="32384"/>
          </a:xfrm>
          <a:custGeom>
            <a:rect b="b" l="l" r="r" t="t"/>
            <a:pathLst>
              <a:path extrusionOk="0" h="32384" w="4663440">
                <a:moveTo>
                  <a:pt x="4662982" y="0"/>
                </a:moveTo>
                <a:lnTo>
                  <a:pt x="0" y="0"/>
                </a:lnTo>
                <a:lnTo>
                  <a:pt x="0" y="32042"/>
                </a:lnTo>
                <a:lnTo>
                  <a:pt x="4662982" y="32042"/>
                </a:lnTo>
                <a:lnTo>
                  <a:pt x="4662982" y="0"/>
                </a:lnTo>
                <a:close/>
              </a:path>
            </a:pathLst>
          </a:custGeom>
          <a:solidFill>
            <a:srgbClr val="7BC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6721581" y="1095514"/>
            <a:ext cx="5863224" cy="32384"/>
          </a:xfrm>
          <a:custGeom>
            <a:rect b="b" l="l" r="r" t="t"/>
            <a:pathLst>
              <a:path extrusionOk="0" h="32384" w="4663440">
                <a:moveTo>
                  <a:pt x="4662982" y="0"/>
                </a:moveTo>
                <a:lnTo>
                  <a:pt x="0" y="0"/>
                </a:lnTo>
                <a:lnTo>
                  <a:pt x="0" y="32042"/>
                </a:lnTo>
                <a:lnTo>
                  <a:pt x="4662982" y="32042"/>
                </a:lnTo>
                <a:lnTo>
                  <a:pt x="4662982" y="0"/>
                </a:lnTo>
                <a:close/>
              </a:path>
            </a:pathLst>
          </a:custGeom>
          <a:solidFill>
            <a:srgbClr val="0F2F4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672227" y="1739458"/>
            <a:ext cx="1210008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/>
          <p:nvPr/>
        </p:nvSpPr>
        <p:spPr>
          <a:xfrm>
            <a:off x="0" y="7303004"/>
            <a:ext cx="13444538" cy="259847"/>
          </a:xfrm>
          <a:prstGeom prst="rect">
            <a:avLst/>
          </a:prstGeom>
          <a:solidFill>
            <a:srgbClr val="7BC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-688" y="7257285"/>
            <a:ext cx="13444538" cy="45719"/>
          </a:xfrm>
          <a:prstGeom prst="rect">
            <a:avLst/>
          </a:prstGeom>
          <a:solidFill>
            <a:srgbClr val="0F2F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テキスト&#10;&#10;中程度の精度で自動的に生成された説明" id="15" name="Google Shape;15;p1"/>
          <p:cNvPicPr preferRelativeResize="0"/>
          <p:nvPr/>
        </p:nvPicPr>
        <p:blipFill rotWithShape="1">
          <a:blip r:embed="rId1">
            <a:alphaModFix/>
          </a:blip>
          <a:srcRect b="8768" l="8613" r="72193" t="11999"/>
          <a:stretch/>
        </p:blipFill>
        <p:spPr>
          <a:xfrm>
            <a:off x="11432538" y="100965"/>
            <a:ext cx="1147165" cy="97168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テキスト&#10;&#10;中程度の精度で自動的に生成された説明" id="44" name="Google Shape;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9069" y="6397404"/>
            <a:ext cx="5679597" cy="116544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/>
          <p:nvPr/>
        </p:nvSpPr>
        <p:spPr>
          <a:xfrm rot="10800000">
            <a:off x="-815" y="-11161"/>
            <a:ext cx="13445353" cy="4547234"/>
          </a:xfrm>
          <a:custGeom>
            <a:rect b="b" l="l" r="r" t="t"/>
            <a:pathLst>
              <a:path extrusionOk="0" h="4547234" w="10692130">
                <a:moveTo>
                  <a:pt x="10692003" y="0"/>
                </a:moveTo>
                <a:lnTo>
                  <a:pt x="4137825" y="0"/>
                </a:lnTo>
                <a:lnTo>
                  <a:pt x="4088705" y="1082"/>
                </a:lnTo>
                <a:lnTo>
                  <a:pt x="4039875" y="4311"/>
                </a:lnTo>
                <a:lnTo>
                  <a:pt x="3991396" y="9660"/>
                </a:lnTo>
                <a:lnTo>
                  <a:pt x="3943335" y="17103"/>
                </a:lnTo>
                <a:lnTo>
                  <a:pt x="3895754" y="26613"/>
                </a:lnTo>
                <a:lnTo>
                  <a:pt x="3848718" y="38164"/>
                </a:lnTo>
                <a:lnTo>
                  <a:pt x="3802291" y="51729"/>
                </a:lnTo>
                <a:lnTo>
                  <a:pt x="3756537" y="67281"/>
                </a:lnTo>
                <a:lnTo>
                  <a:pt x="3711521" y="84794"/>
                </a:lnTo>
                <a:lnTo>
                  <a:pt x="3667305" y="104242"/>
                </a:lnTo>
                <a:lnTo>
                  <a:pt x="3623955" y="125597"/>
                </a:lnTo>
                <a:lnTo>
                  <a:pt x="3581534" y="148834"/>
                </a:lnTo>
                <a:lnTo>
                  <a:pt x="3540108" y="173926"/>
                </a:lnTo>
                <a:lnTo>
                  <a:pt x="3499738" y="200845"/>
                </a:lnTo>
                <a:lnTo>
                  <a:pt x="3460491" y="229567"/>
                </a:lnTo>
                <a:lnTo>
                  <a:pt x="3422429" y="260063"/>
                </a:lnTo>
                <a:lnTo>
                  <a:pt x="3385617" y="292308"/>
                </a:lnTo>
                <a:lnTo>
                  <a:pt x="3314622" y="360242"/>
                </a:lnTo>
                <a:lnTo>
                  <a:pt x="3277810" y="392488"/>
                </a:lnTo>
                <a:lnTo>
                  <a:pt x="3239748" y="422985"/>
                </a:lnTo>
                <a:lnTo>
                  <a:pt x="3200500" y="451707"/>
                </a:lnTo>
                <a:lnTo>
                  <a:pt x="3160130" y="478627"/>
                </a:lnTo>
                <a:lnTo>
                  <a:pt x="3118702" y="503720"/>
                </a:lnTo>
                <a:lnTo>
                  <a:pt x="3076280" y="526957"/>
                </a:lnTo>
                <a:lnTo>
                  <a:pt x="3032929" y="548314"/>
                </a:lnTo>
                <a:lnTo>
                  <a:pt x="2988713" y="567763"/>
                </a:lnTo>
                <a:lnTo>
                  <a:pt x="2943695" y="585277"/>
                </a:lnTo>
                <a:lnTo>
                  <a:pt x="2897940" y="600830"/>
                </a:lnTo>
                <a:lnTo>
                  <a:pt x="2851512" y="614396"/>
                </a:lnTo>
                <a:lnTo>
                  <a:pt x="2804475" y="625947"/>
                </a:lnTo>
                <a:lnTo>
                  <a:pt x="2756894" y="635458"/>
                </a:lnTo>
                <a:lnTo>
                  <a:pt x="2708832" y="642902"/>
                </a:lnTo>
                <a:lnTo>
                  <a:pt x="2660353" y="648252"/>
                </a:lnTo>
                <a:lnTo>
                  <a:pt x="2611522" y="651481"/>
                </a:lnTo>
                <a:lnTo>
                  <a:pt x="2562402" y="652564"/>
                </a:lnTo>
                <a:lnTo>
                  <a:pt x="0" y="652564"/>
                </a:lnTo>
                <a:lnTo>
                  <a:pt x="0" y="4546638"/>
                </a:lnTo>
                <a:lnTo>
                  <a:pt x="10692003" y="4546638"/>
                </a:lnTo>
                <a:lnTo>
                  <a:pt x="10692003" y="0"/>
                </a:lnTo>
                <a:close/>
              </a:path>
            </a:pathLst>
          </a:custGeom>
          <a:solidFill>
            <a:srgbClr val="7BCFD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9074817" y="7033452"/>
            <a:ext cx="245948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898635" y="409903"/>
            <a:ext cx="35734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of contents</a:t>
            </a:r>
            <a:endParaRPr/>
          </a:p>
        </p:txBody>
      </p:sp>
      <p:sp>
        <p:nvSpPr>
          <p:cNvPr id="53" name="Google Shape;53;p8"/>
          <p:cNvSpPr txBox="1"/>
          <p:nvPr/>
        </p:nvSpPr>
        <p:spPr>
          <a:xfrm>
            <a:off x="898635" y="1418897"/>
            <a:ext cx="46839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ユーザー定義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