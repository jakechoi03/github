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</p:sldIdLst>
  <p:sldSz cy="7562850" cx="13444525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7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633913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057900" y="0"/>
            <a:ext cx="4632325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633913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008342" y="2344485"/>
            <a:ext cx="1142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78206" y="197151"/>
            <a:ext cx="10538474" cy="8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72227" y="1739457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222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2393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58550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721581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0F2F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2227" y="1739458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7303004"/>
            <a:ext cx="13444538" cy="259847"/>
          </a:xfrm>
          <a:prstGeom prst="rect">
            <a:avLst/>
          </a:prstGeom>
          <a:solidFill>
            <a:srgbClr val="7BC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688" y="7257285"/>
            <a:ext cx="13444538" cy="45719"/>
          </a:xfrm>
          <a:prstGeom prst="rect">
            <a:avLst/>
          </a:prstGeom>
          <a:solidFill>
            <a:srgbClr val="0F2F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&#10;&#10;中程度の精度で自動的に生成された説明" id="15" name="Google Shape;15;p1"/>
          <p:cNvPicPr preferRelativeResize="0"/>
          <p:nvPr/>
        </p:nvPicPr>
        <p:blipFill rotWithShape="1">
          <a:blip r:embed="rId1">
            <a:alphaModFix/>
          </a:blip>
          <a:srcRect b="8768" l="8613" r="72193" t="11999"/>
          <a:stretch/>
        </p:blipFill>
        <p:spPr>
          <a:xfrm>
            <a:off x="11432538" y="100965"/>
            <a:ext cx="1147165" cy="9716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キスト&#10;&#10;中程度の精度で自動的に生成された説明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69" y="6397404"/>
            <a:ext cx="5679597" cy="11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 rot="10800000">
            <a:off x="-815" y="-11161"/>
            <a:ext cx="13445353" cy="4547234"/>
          </a:xfrm>
          <a:custGeom>
            <a:rect b="b" l="l" r="r" t="t"/>
            <a:pathLst>
              <a:path extrusionOk="0" h="4547234" w="10692130">
                <a:moveTo>
                  <a:pt x="10692003" y="0"/>
                </a:moveTo>
                <a:lnTo>
                  <a:pt x="4137825" y="0"/>
                </a:lnTo>
                <a:lnTo>
                  <a:pt x="4088705" y="1082"/>
                </a:lnTo>
                <a:lnTo>
                  <a:pt x="4039875" y="4311"/>
                </a:lnTo>
                <a:lnTo>
                  <a:pt x="3991396" y="9660"/>
                </a:lnTo>
                <a:lnTo>
                  <a:pt x="3943335" y="17103"/>
                </a:lnTo>
                <a:lnTo>
                  <a:pt x="3895754" y="26613"/>
                </a:lnTo>
                <a:lnTo>
                  <a:pt x="3848718" y="38164"/>
                </a:lnTo>
                <a:lnTo>
                  <a:pt x="3802291" y="51729"/>
                </a:lnTo>
                <a:lnTo>
                  <a:pt x="3756537" y="67281"/>
                </a:lnTo>
                <a:lnTo>
                  <a:pt x="3711521" y="84794"/>
                </a:lnTo>
                <a:lnTo>
                  <a:pt x="3667305" y="104242"/>
                </a:lnTo>
                <a:lnTo>
                  <a:pt x="3623955" y="125597"/>
                </a:lnTo>
                <a:lnTo>
                  <a:pt x="3581534" y="148834"/>
                </a:lnTo>
                <a:lnTo>
                  <a:pt x="3540108" y="173926"/>
                </a:lnTo>
                <a:lnTo>
                  <a:pt x="3499738" y="200845"/>
                </a:lnTo>
                <a:lnTo>
                  <a:pt x="3460491" y="229567"/>
                </a:lnTo>
                <a:lnTo>
                  <a:pt x="3422429" y="260063"/>
                </a:lnTo>
                <a:lnTo>
                  <a:pt x="3385617" y="292308"/>
                </a:lnTo>
                <a:lnTo>
                  <a:pt x="3314622" y="360242"/>
                </a:lnTo>
                <a:lnTo>
                  <a:pt x="3277810" y="392488"/>
                </a:lnTo>
                <a:lnTo>
                  <a:pt x="3239748" y="422985"/>
                </a:lnTo>
                <a:lnTo>
                  <a:pt x="3200500" y="451707"/>
                </a:lnTo>
                <a:lnTo>
                  <a:pt x="3160130" y="478627"/>
                </a:lnTo>
                <a:lnTo>
                  <a:pt x="3118702" y="503720"/>
                </a:lnTo>
                <a:lnTo>
                  <a:pt x="3076280" y="526957"/>
                </a:lnTo>
                <a:lnTo>
                  <a:pt x="3032929" y="548314"/>
                </a:lnTo>
                <a:lnTo>
                  <a:pt x="2988713" y="567763"/>
                </a:lnTo>
                <a:lnTo>
                  <a:pt x="2943695" y="585277"/>
                </a:lnTo>
                <a:lnTo>
                  <a:pt x="2897940" y="600830"/>
                </a:lnTo>
                <a:lnTo>
                  <a:pt x="2851512" y="614396"/>
                </a:lnTo>
                <a:lnTo>
                  <a:pt x="2804475" y="625947"/>
                </a:lnTo>
                <a:lnTo>
                  <a:pt x="2756894" y="635458"/>
                </a:lnTo>
                <a:lnTo>
                  <a:pt x="2708832" y="642902"/>
                </a:lnTo>
                <a:lnTo>
                  <a:pt x="2660353" y="648252"/>
                </a:lnTo>
                <a:lnTo>
                  <a:pt x="2611522" y="651481"/>
                </a:lnTo>
                <a:lnTo>
                  <a:pt x="2562402" y="652564"/>
                </a:lnTo>
                <a:lnTo>
                  <a:pt x="0" y="652564"/>
                </a:lnTo>
                <a:lnTo>
                  <a:pt x="0" y="4546638"/>
                </a:lnTo>
                <a:lnTo>
                  <a:pt x="10692003" y="4546638"/>
                </a:lnTo>
                <a:lnTo>
                  <a:pt x="10692003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